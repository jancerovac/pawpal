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6"/>
  </p:notesMasterIdLst>
  <p:sldIdLst>
    <p:sldId id="265" r:id="rId3"/>
    <p:sldId id="257" r:id="rId4"/>
    <p:sldId id="266" r:id="rId5"/>
    <p:sldId id="267" r:id="rId6"/>
    <p:sldId id="268" r:id="rId7"/>
    <p:sldId id="259" r:id="rId8"/>
    <p:sldId id="276" r:id="rId9"/>
    <p:sldId id="269" r:id="rId10"/>
    <p:sldId id="261" r:id="rId11"/>
    <p:sldId id="275" r:id="rId12"/>
    <p:sldId id="260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610E5-86A0-40CF-A658-CB68D69C37AA}" v="901" dt="2026-01-23T20:30:45.434"/>
    <p1510:client id="{56D30924-F6CB-4A86-B4FA-05ED766937A0}" v="893" dt="2026-01-23T11:02:08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 varScale="1">
        <p:scale>
          <a:sx n="71" d="100"/>
          <a:sy n="71" d="100"/>
        </p:scale>
        <p:origin x="78" y="1908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dirty="0" err="1"/>
              <a:t>PawPal</a:t>
            </a:r>
            <a:endParaRPr lang="sr-Latn-R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13.1 &lt;</a:t>
            </a:r>
            <a:r>
              <a:rPr lang="hr-HR" sz="1400" dirty="0" err="1"/>
              <a:t>DogHub</a:t>
            </a:r>
            <a:r>
              <a:rPr lang="hr-HR" sz="1400" dirty="0"/>
              <a:t>&gt;</a:t>
            </a:r>
            <a:endParaRPr lang="hr-HR" sz="1400" noProof="0" dirty="0"/>
          </a:p>
          <a:p>
            <a:r>
              <a:rPr lang="hr-HR" noProof="0" dirty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,Sans-Serif" panose="05020102010507070707" pitchFamily="18" charset="2"/>
              <a:buChar char="•"/>
            </a:pPr>
            <a:r>
              <a:rPr lang="hr-HR" dirty="0"/>
              <a:t>Andrić, Jakov - </a:t>
            </a:r>
            <a:r>
              <a:rPr lang="hr-HR" dirty="0" err="1"/>
              <a:t>backend</a:t>
            </a:r>
            <a:endParaRPr lang="hr-HR" dirty="0"/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dirty="0"/>
              <a:t>Mihaljević, Gregor - </a:t>
            </a:r>
            <a:r>
              <a:rPr lang="hr-HR" dirty="0" err="1"/>
              <a:t>backend</a:t>
            </a:r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dirty="0"/>
              <a:t>Damjan, Mamula – </a:t>
            </a:r>
            <a:r>
              <a:rPr lang="hr-HR" dirty="0" err="1"/>
              <a:t>frontend</a:t>
            </a:r>
            <a:endParaRPr lang="hr-HR" err="1"/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dirty="0"/>
              <a:t>Ilić, Marija - </a:t>
            </a:r>
            <a:r>
              <a:rPr lang="hr-HR" dirty="0" err="1"/>
              <a:t>frontend</a:t>
            </a:r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dirty="0"/>
              <a:t>Cerovac, Jan – voditelj, dokumentacija</a:t>
            </a:r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dirty="0"/>
              <a:t>Magdić, Vito - baza podataka</a:t>
            </a:r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dirty="0" err="1"/>
              <a:t>Grus</a:t>
            </a:r>
            <a:r>
              <a:rPr lang="hr-HR" dirty="0"/>
              <a:t>, Dominik – dokumentacija, testiranje</a:t>
            </a: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altLang="sr-Latn-RS" dirty="0"/>
              <a:t>Aplikacija rješava problem pronalaska šetača pasa za vlasnike koji nemaju dovoljno vremena svakodnevno se brinuti za svoje ljubimce.</a:t>
            </a:r>
            <a:endParaRPr lang="hr-HR" altLang="sr-Latn-RS" b="1" dirty="0"/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altLang="sr-Latn-RS" dirty="0"/>
              <a:t>Cilj aplikacije je omogućiti jednostavan pronalazak provjerenih šetača pasa i olakšati povezivanje vlasnicima kojima je potrebna pomoć.</a:t>
            </a:r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altLang="sr-Latn-RS" dirty="0"/>
              <a:t>Slično rješenje je aplikacija </a:t>
            </a:r>
            <a:r>
              <a:rPr lang="hr-HR" altLang="sr-Latn-RS" err="1"/>
              <a:t>Wag</a:t>
            </a:r>
            <a:r>
              <a:rPr lang="hr-HR" altLang="sr-Latn-RS" dirty="0"/>
              <a:t>!</a:t>
            </a:r>
          </a:p>
          <a:p>
            <a:pPr marL="342900" indent="-342900">
              <a:buFont typeface="Arial" panose="05020102010507070707" pitchFamily="18" charset="2"/>
              <a:buChar char="•"/>
            </a:pPr>
            <a:endParaRPr lang="hr-HR" altLang="sr-Latn-RS" dirty="0"/>
          </a:p>
          <a:p>
            <a:pPr marL="342900" indent="-342900">
              <a:buFont typeface="Arial" panose="05020102010507070707" pitchFamily="18" charset="2"/>
              <a:buChar char="•"/>
            </a:pPr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</a:t>
            </a:r>
            <a:r>
              <a:rPr lang="hr-HR" dirty="0"/>
              <a:t>:</a:t>
            </a:r>
            <a:endParaRPr lang="sr-Latn-RS" dirty="0"/>
          </a:p>
          <a:p>
            <a:endParaRPr lang="hr-HR" noProof="0" dirty="0"/>
          </a:p>
          <a:p>
            <a:r>
              <a:rPr lang="hr-HR" dirty="0"/>
              <a:t>Registracija korisnika</a:t>
            </a:r>
          </a:p>
          <a:p>
            <a:r>
              <a:rPr lang="hr-HR"/>
              <a:t>Odabir uloge korisnika</a:t>
            </a:r>
            <a:endParaRPr lang="hr-HR" dirty="0"/>
          </a:p>
          <a:p>
            <a:r>
              <a:rPr lang="hr-HR" dirty="0"/>
              <a:t>Pregled i rezervacija termina šetnje</a:t>
            </a:r>
          </a:p>
          <a:p>
            <a:r>
              <a:rPr lang="hr-HR" dirty="0"/>
              <a:t>Usluga plaćanja šetnje</a:t>
            </a:r>
          </a:p>
          <a:p>
            <a:r>
              <a:rPr lang="hr-HR" dirty="0"/>
              <a:t>Prihvat šetnje od strane šetača</a:t>
            </a:r>
          </a:p>
          <a:p>
            <a:r>
              <a:rPr lang="hr-HR" dirty="0"/>
              <a:t>Komunikacija između šetača i vlasnika</a:t>
            </a:r>
          </a:p>
          <a:p>
            <a:r>
              <a:rPr lang="hr-HR" dirty="0"/>
              <a:t>Uloga administratora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739A-1BB3-3F33-B384-FDF1227B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4E9A-E336-6ED2-72B5-9B73FA2A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905E4-6947-19E2-8287-DF2A64B78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ne funkcionalni zahtjevi</a:t>
            </a:r>
            <a:r>
              <a:rPr lang="hr-HR" dirty="0"/>
              <a:t>:</a:t>
            </a:r>
          </a:p>
          <a:p>
            <a:r>
              <a:rPr lang="hr-HR" dirty="0"/>
              <a:t>Aplikacija mora biti jednostavna (intuitivna) za korištenje</a:t>
            </a:r>
          </a:p>
          <a:p>
            <a:r>
              <a:rPr lang="hr-HR" dirty="0"/>
              <a:t>Aplikaciju treba moći koristiti više korisnika u isto vrijeme</a:t>
            </a:r>
          </a:p>
          <a:p>
            <a:r>
              <a:rPr lang="hr-HR" dirty="0"/>
              <a:t>Aplikacija treba pružati jednaku funkcionalnost i korisničko iskustvo bez obzira na uređaj i preglednik na kojem se koristi, razlučivost i veličinu ekrana</a:t>
            </a:r>
          </a:p>
          <a:p>
            <a:r>
              <a:rPr lang="hr-HR" dirty="0"/>
              <a:t>Korisnik nepredviđenim korištenjem ne bi trebao moći na nijedan način poremetiti rad aplikacije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A8E92-43C2-85FC-E976-FE4B3B4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70217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pic>
        <p:nvPicPr>
          <p:cNvPr id="5" name="Rezervirano mjesto sadržaja 4" descr="image">
            <a:extLst>
              <a:ext uri="{FF2B5EF4-FFF2-40B4-BE49-F238E27FC236}">
                <a16:creationId xmlns:a16="http://schemas.microsoft.com/office/drawing/2014/main" id="{34CEEAAA-6B42-A981-B853-82A71B319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854" y="971550"/>
            <a:ext cx="7568292" cy="54006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pic>
        <p:nvPicPr>
          <p:cNvPr id="5" name="Rezervirano mjesto sadržaja 4" descr="image">
            <a:extLst>
              <a:ext uri="{FF2B5EF4-FFF2-40B4-BE49-F238E27FC236}">
                <a16:creationId xmlns:a16="http://schemas.microsoft.com/office/drawing/2014/main" id="{0948FFCF-CEB4-D68A-911B-8E7CF849B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305" y="971550"/>
            <a:ext cx="5147390" cy="54006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hr-HR" dirty="0"/>
              <a:t>Provjera funkcionalnosti dodavanja psa postojećem vlasniku</a:t>
            </a:r>
          </a:p>
          <a:p>
            <a:pPr marL="457200" indent="-457200">
              <a:buAutoNum type="arabicPeriod"/>
            </a:pPr>
            <a:r>
              <a:rPr lang="hr-HR" dirty="0"/>
              <a:t>Dodavanje psa vlasniku koji ne postoji</a:t>
            </a:r>
          </a:p>
          <a:p>
            <a:pPr marL="457200" indent="-457200">
              <a:buAutoNum type="arabicPeriod"/>
            </a:pPr>
            <a:r>
              <a:rPr lang="hr-HR" dirty="0"/>
              <a:t>Provjera funkcionalnosti dodavanja psa s minimalnim unosom podataka</a:t>
            </a:r>
          </a:p>
          <a:p>
            <a:pPr marL="457200" indent="-457200">
              <a:buAutoNum type="arabicPeriod"/>
            </a:pPr>
            <a:r>
              <a:rPr lang="hr-HR" dirty="0"/>
              <a:t>Provjera funkcionalnosti prijave registriranog korisnika u sustav</a:t>
            </a:r>
          </a:p>
          <a:p>
            <a:pPr marL="457200" indent="-457200">
              <a:buAutoNum type="arabicPeriod"/>
            </a:pPr>
            <a:r>
              <a:rPr lang="hr-HR" dirty="0"/>
              <a:t>Provjera funkcionalnosti brisanja korisnika iz sustava</a:t>
            </a:r>
          </a:p>
          <a:p>
            <a:pPr marL="457200" indent="-457200">
              <a:buAutoNum type="arabicPeriod"/>
            </a:pPr>
            <a:r>
              <a:rPr lang="hr-HR" dirty="0"/>
              <a:t>Provjera ponašanja sustava prilikom prijave korisnika koji nije registriran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5020102010507070707" pitchFamily="18" charset="2"/>
              <a:buChar char="•"/>
            </a:pPr>
            <a:r>
              <a:rPr lang="hr-HR" b="1" dirty="0"/>
              <a:t>Programski jezici:</a:t>
            </a:r>
            <a:r>
              <a:rPr lang="hr-HR" dirty="0"/>
              <a:t> HTML, CSS, JAVA 17, JavaScript ES2023</a:t>
            </a:r>
            <a:endParaRPr lang="sr-Latn-RS"/>
          </a:p>
          <a:p>
            <a:pPr>
              <a:buFont typeface="Arial" panose="05020102010507070707" pitchFamily="18" charset="2"/>
              <a:buChar char="•"/>
            </a:pPr>
            <a:r>
              <a:rPr lang="hr-HR" b="1" dirty="0"/>
              <a:t>Radni okviri i biblioteke:</a:t>
            </a:r>
            <a:r>
              <a:rPr lang="hr-HR" dirty="0"/>
              <a:t> </a:t>
            </a:r>
            <a:r>
              <a:rPr lang="hr-HR" dirty="0" err="1"/>
              <a:t>Spring</a:t>
            </a:r>
            <a:r>
              <a:rPr lang="hr-HR" dirty="0"/>
              <a:t> </a:t>
            </a:r>
            <a:r>
              <a:rPr lang="hr-HR" dirty="0" err="1"/>
              <a:t>Boot</a:t>
            </a:r>
            <a:r>
              <a:rPr lang="hr-HR" dirty="0"/>
              <a:t> 3.5.6, </a:t>
            </a:r>
            <a:r>
              <a:rPr lang="hr-HR" dirty="0" err="1"/>
              <a:t>Thymeleaf</a:t>
            </a:r>
            <a:r>
              <a:rPr lang="hr-HR" dirty="0"/>
              <a:t> 3.1.3</a:t>
            </a:r>
          </a:p>
          <a:p>
            <a:pPr>
              <a:buFont typeface="Arial" panose="05020102010507070707" pitchFamily="18" charset="2"/>
              <a:buChar char="•"/>
            </a:pPr>
            <a:r>
              <a:rPr lang="hr-HR" b="1" dirty="0"/>
              <a:t>Baza podataka:</a:t>
            </a:r>
            <a:r>
              <a:rPr lang="hr-HR" dirty="0"/>
              <a:t> </a:t>
            </a:r>
            <a:r>
              <a:rPr lang="hr-HR" dirty="0" err="1"/>
              <a:t>PostgreSQL</a:t>
            </a:r>
            <a:r>
              <a:rPr lang="hr-HR" dirty="0"/>
              <a:t> 42.7.7</a:t>
            </a:r>
          </a:p>
          <a:p>
            <a:pPr>
              <a:buFont typeface="Arial" panose="05020102010507070707" pitchFamily="18" charset="2"/>
              <a:buChar char="•"/>
            </a:pPr>
            <a:r>
              <a:rPr lang="hr-HR" b="1" dirty="0"/>
              <a:t>Razvojni alati:</a:t>
            </a:r>
            <a:r>
              <a:rPr lang="hr-HR" dirty="0"/>
              <a:t> </a:t>
            </a:r>
            <a:r>
              <a:rPr lang="hr-HR" dirty="0" err="1"/>
              <a:t>IntelliJ</a:t>
            </a:r>
            <a:r>
              <a:rPr lang="hr-HR" dirty="0"/>
              <a:t> IDEA 21.0.7, </a:t>
            </a:r>
            <a:r>
              <a:rPr lang="hr-HR" dirty="0" err="1"/>
              <a:t>GitHub</a:t>
            </a:r>
            <a:endParaRPr lang="hr-HR" dirty="0"/>
          </a:p>
          <a:p>
            <a:pPr>
              <a:buFont typeface="Arial" panose="05020102010507070707" pitchFamily="18" charset="2"/>
              <a:buChar char="•"/>
            </a:pPr>
            <a:r>
              <a:rPr lang="hr-HR" b="1" dirty="0"/>
              <a:t>Alati za ispitivanje:</a:t>
            </a:r>
            <a:r>
              <a:rPr lang="hr-HR" dirty="0"/>
              <a:t> </a:t>
            </a:r>
            <a:r>
              <a:rPr lang="hr-HR" dirty="0" err="1"/>
              <a:t>JUnit</a:t>
            </a:r>
            <a:r>
              <a:rPr lang="hr-HR" dirty="0"/>
              <a:t> 5.12.2, </a:t>
            </a:r>
            <a:r>
              <a:rPr lang="hr-HR" dirty="0" err="1"/>
              <a:t>Selenium</a:t>
            </a:r>
            <a:r>
              <a:rPr lang="hr-HR" dirty="0"/>
              <a:t> IDE</a:t>
            </a:r>
          </a:p>
          <a:p>
            <a:pPr>
              <a:buFont typeface="Arial" panose="05020102010507070707" pitchFamily="18" charset="2"/>
              <a:buChar char="•"/>
            </a:pPr>
            <a:r>
              <a:rPr lang="hr-HR" b="1" dirty="0"/>
              <a:t>Razmještaj i cloud platforma:</a:t>
            </a:r>
            <a:r>
              <a:rPr lang="hr-HR" dirty="0"/>
              <a:t> Microsoft Azure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pic>
        <p:nvPicPr>
          <p:cNvPr id="5" name="Slika 4" descr="Slika na kojoj se prikazuje tekst, snimka zaslona, softver, Multimedijski softver&#10;&#10;Sadržaj generiran uz AI možda nije točan.">
            <a:extLst>
              <a:ext uri="{FF2B5EF4-FFF2-40B4-BE49-F238E27FC236}">
                <a16:creationId xmlns:a16="http://schemas.microsoft.com/office/drawing/2014/main" id="{ED43B886-D252-03A1-45EC-C755F7F13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913" y="967105"/>
            <a:ext cx="5413375" cy="2739390"/>
          </a:xfrm>
          <a:prstGeom prst="rect">
            <a:avLst/>
          </a:prstGeom>
        </p:spPr>
      </p:pic>
      <p:pic>
        <p:nvPicPr>
          <p:cNvPr id="6" name="Slika 5" descr="Slika na kojoj se prikazuje tekst, snimka zaslona, dijagram&#10;&#10;Sadržaj generiran uz AI možda nije točan.">
            <a:extLst>
              <a:ext uri="{FF2B5EF4-FFF2-40B4-BE49-F238E27FC236}">
                <a16:creationId xmlns:a16="http://schemas.microsoft.com/office/drawing/2014/main" id="{6743B09F-7824-3549-9471-4B46DBD2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675" y="3706429"/>
            <a:ext cx="5393690" cy="266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Naučene lekcije:</a:t>
            </a:r>
          </a:p>
          <a:p>
            <a:pPr marL="342900" indent="-342900">
              <a:buFont typeface="Arial" panose="05020102010507070707" pitchFamily="18" charset="2"/>
              <a:buChar char="•"/>
            </a:pPr>
            <a:r>
              <a:rPr lang="hr-HR" dirty="0"/>
              <a:t>Tim je stekao široki spektar znanja u osmišljavanja i dizajniranju cjelokupne aplikacije, organizacije baze podataka, te razvijanja vještina komuniciranja i rada u timu.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1212</TotalTime>
  <Words>424</Words>
  <Application>Microsoft Office PowerPoint</Application>
  <PresentationFormat>Prikaz na zaslonu (4:3)</PresentationFormat>
  <Paragraphs>90</Paragraphs>
  <Slides>13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Naslovi slajdova</vt:lpstr>
      </vt:variant>
      <vt:variant>
        <vt:i4>13</vt:i4>
      </vt:variant>
    </vt:vector>
  </HeadingPairs>
  <TitlesOfParts>
    <vt:vector size="15" baseType="lpstr">
      <vt:lpstr>PROGI-template</vt:lpstr>
      <vt:lpstr>DividendVTI</vt:lpstr>
      <vt:lpstr>PawPal</vt:lpstr>
      <vt:lpstr>Sadržaj</vt:lpstr>
      <vt:lpstr>Sadržaj</vt:lpstr>
      <vt:lpstr>Članovi grupe</vt:lpstr>
      <vt:lpstr>O projektu</vt:lpstr>
      <vt:lpstr>Pregled zahtjeva</vt:lpstr>
      <vt:lpstr>Pregled zahtjeva</vt:lpstr>
      <vt:lpstr>UML dijagram obrazaca uporabe</vt:lpstr>
      <vt:lpstr>Arhitektura sustava</vt:lpstr>
      <vt:lpstr>Ispitivanje</vt:lpstr>
      <vt:lpstr>Korišteni alati i tehnologije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Vlado Sruk</cp:lastModifiedBy>
  <cp:revision>287</cp:revision>
  <dcterms:created xsi:type="dcterms:W3CDTF">2016-01-18T13:10:52Z</dcterms:created>
  <dcterms:modified xsi:type="dcterms:W3CDTF">2026-01-23T20:34:17Z</dcterms:modified>
</cp:coreProperties>
</file>